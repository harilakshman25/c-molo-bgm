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1883eee0b45d7" /><Relationship Type="http://schemas.openxmlformats.org/officeDocument/2006/relationships/extended-properties" Target="/docProps/app.xml" Id="R6fc3c06c9a7a48e1" /><Relationship Type="http://schemas.openxmlformats.org/officeDocument/2006/relationships/officeDocument" Target="/ppt/presentation.xml" Id="R73be8eed0398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604c1cf8644f3"/>
  </p:sldMasterIdLst>
  <p:notesMasterIdLst>
    <p:notesMasterId xmlns:r="http://schemas.openxmlformats.org/officeDocument/2006/relationships" r:id="R7b2c50c3e57d4009"/>
  </p:notesMasterIdLst>
  <p:sldIdLst>
    <p:sldId xmlns:r="http://schemas.openxmlformats.org/officeDocument/2006/relationships" id="256" r:id="R21ae90e848144e16"/>
    <p:sldId xmlns:r="http://schemas.openxmlformats.org/officeDocument/2006/relationships" id="257" r:id="Rae5e2961a88e402c"/>
    <p:sldId xmlns:r="http://schemas.openxmlformats.org/officeDocument/2006/relationships" id="258" r:id="Ra96e79c92e29410f"/>
    <p:sldId xmlns:r="http://schemas.openxmlformats.org/officeDocument/2006/relationships" id="259" r:id="R47fc92bf884c4340"/>
    <p:sldId xmlns:r="http://schemas.openxmlformats.org/officeDocument/2006/relationships" id="260" r:id="Ree65eabf04734530"/>
    <p:sldId xmlns:r="http://schemas.openxmlformats.org/officeDocument/2006/relationships" id="261" r:id="R5b06490b152643ef"/>
    <p:sldId xmlns:r="http://schemas.openxmlformats.org/officeDocument/2006/relationships" id="262" r:id="Rd1af7438f096423d"/>
    <p:sldId xmlns:r="http://schemas.openxmlformats.org/officeDocument/2006/relationships" id="263" r:id="Rf7794a82f63d45ae"/>
    <p:sldId xmlns:r="http://schemas.openxmlformats.org/officeDocument/2006/relationships" id="264" r:id="R1f8d5b2ed16f4561"/>
    <p:sldId xmlns:r="http://schemas.openxmlformats.org/officeDocument/2006/relationships" id="265" r:id="R24a546ae26ef4b72"/>
    <p:sldId xmlns:r="http://schemas.openxmlformats.org/officeDocument/2006/relationships" id="266" r:id="R57e72da9bc9f4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811b156a5741f2" /><Relationship Type="http://schemas.openxmlformats.org/officeDocument/2006/relationships/slideMaster" Target="/ppt/slideMasters/slideMaster1.xml" Id="Ra9e604c1cf8644f3" /><Relationship Type="http://schemas.openxmlformats.org/officeDocument/2006/relationships/notesMaster" Target="/ppt/notesMasters/notesMaster1.xml" Id="R7b2c50c3e57d4009" /><Relationship Type="http://schemas.openxmlformats.org/officeDocument/2006/relationships/presProps" Target="/ppt/presProps.xml" Id="R82ed780ee2554df0" /><Relationship Type="http://schemas.openxmlformats.org/officeDocument/2006/relationships/tableStyles" Target="/ppt/tableStyles.xml" Id="R4f253a2abbfe400b" /><Relationship Type="http://schemas.openxmlformats.org/officeDocument/2006/relationships/slide" Target="/ppt/slides/slide1.xml" Id="R21ae90e848144e16" /><Relationship Type="http://schemas.openxmlformats.org/officeDocument/2006/relationships/slide" Target="/ppt/slides/slide2.xml" Id="Rae5e2961a88e402c" /><Relationship Type="http://schemas.openxmlformats.org/officeDocument/2006/relationships/slide" Target="/ppt/slides/slide3.xml" Id="Ra96e79c92e29410f" /><Relationship Type="http://schemas.openxmlformats.org/officeDocument/2006/relationships/slide" Target="/ppt/slides/slide4.xml" Id="R47fc92bf884c4340" /><Relationship Type="http://schemas.openxmlformats.org/officeDocument/2006/relationships/slide" Target="/ppt/slides/slide5.xml" Id="Ree65eabf04734530" /><Relationship Type="http://schemas.openxmlformats.org/officeDocument/2006/relationships/slide" Target="/ppt/slides/slide6.xml" Id="R5b06490b152643ef" /><Relationship Type="http://schemas.openxmlformats.org/officeDocument/2006/relationships/slide" Target="/ppt/slides/slide7.xml" Id="Rd1af7438f096423d" /><Relationship Type="http://schemas.openxmlformats.org/officeDocument/2006/relationships/slide" Target="/ppt/slides/slide8.xml" Id="Rf7794a82f63d45ae" /><Relationship Type="http://schemas.openxmlformats.org/officeDocument/2006/relationships/slide" Target="/ppt/slides/slide9.xml" Id="R1f8d5b2ed16f4561" /><Relationship Type="http://schemas.openxmlformats.org/officeDocument/2006/relationships/slide" Target="/ppt/slides/slide10.xml" Id="R24a546ae26ef4b72" /><Relationship Type="http://schemas.openxmlformats.org/officeDocument/2006/relationships/slide" Target="/ppt/slides/slide11.xml" Id="R57e72da9bc9f40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e3a8f97af1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55a954fd084d0f" /><Relationship Type="http://schemas.openxmlformats.org/officeDocument/2006/relationships/notesMaster" Target="/ppt/notesMasters/notesMaster1.xml" Id="Rb44536752f27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611de39c1343cf" /><Relationship Type="http://schemas.openxmlformats.org/officeDocument/2006/relationships/notesMaster" Target="/ppt/notesMasters/notesMaster1.xml" Id="Rc237c91740bb4b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9cbb3ea6824c24" /><Relationship Type="http://schemas.openxmlformats.org/officeDocument/2006/relationships/notesMaster" Target="/ppt/notesMasters/notesMaster1.xml" Id="R6effcdd5aa17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2d1beff10446d" /><Relationship Type="http://schemas.openxmlformats.org/officeDocument/2006/relationships/notesMaster" Target="/ppt/notesMasters/notesMaster1.xml" Id="R71cef448995344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10924fdeed475f" /><Relationship Type="http://schemas.openxmlformats.org/officeDocument/2006/relationships/notesMaster" Target="/ppt/notesMasters/notesMaster1.xml" Id="Rab4fc98e33814e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722744d524bdb" /><Relationship Type="http://schemas.openxmlformats.org/officeDocument/2006/relationships/notesMaster" Target="/ppt/notesMasters/notesMaster1.xml" Id="R33c4fd8bf335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7261c01bee4114" /><Relationship Type="http://schemas.openxmlformats.org/officeDocument/2006/relationships/notesMaster" Target="/ppt/notesMasters/notesMaster1.xml" Id="Radaf3c91ea2c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96e869b14e4c57" /><Relationship Type="http://schemas.openxmlformats.org/officeDocument/2006/relationships/notesMaster" Target="/ppt/notesMasters/notesMaster1.xml" Id="R08b1b36813a942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084519784f4bbe" /><Relationship Type="http://schemas.openxmlformats.org/officeDocument/2006/relationships/notesMaster" Target="/ppt/notesMasters/notesMaster1.xml" Id="Rc7c3b5d1df264b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82fe833f644be7" /><Relationship Type="http://schemas.openxmlformats.org/officeDocument/2006/relationships/notesMaster" Target="/ppt/notesMasters/notesMaster1.xml" Id="R2a3eaf196b8f49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c20a3b20914164" /><Relationship Type="http://schemas.openxmlformats.org/officeDocument/2006/relationships/notesMaster" Target="/ppt/notesMasters/notesMaster1.xml" Id="R0f699d0e883e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BTP progress presentation. Evidence cutoff: 28 October 2026. Presentation scheduled for 2 November. Job 30111 completed the narrated story; listener feedback is positive with timing refinements remaining.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BackgroundMellow: Ajitesh Jamulkar and Aritra Hazra, arXiv:2607.11364v1, supplied paper. Its approach already includes orchestration, specialist audio sources, TTS alignment, DSPred and waveform mixing. Do not claim separate-stem mixing as our new contribution.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BackgroundMellow paper, first page and project documentation. The current project is an extension/prototype, not a complete reproduction or benchmark against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bgm/service.py, bgm/story.py, bgm/temporal.py; story pipeline completed job 30111 on 28 October; word-timing refinement awaits server validation. The demo does not yet have an automatic LLM planner, word-level aligner, server or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 29967 logs and docs/LORA_PILOT.md. ESC-50 dog class: 24 train, 8 validation, 8 test using folds 1–3/4/5. Source/hash split audits passed; test not used for optimization or checkpoint choice. User listened to all clips; not an unseen listening set. https://github.com/karolpiczak/ESC-50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 29967 fixed-noise validation losses: 0.5087598581, 0.3079632645, 0.2956833843, 0.2903111530, 0.2877913692. User comparison of six samples from jobs 29956 and 29974: mostly similar, a little improvement in the bird-chirping case. Loss reduction is not a perceptual improvement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bgm/temporal.py, Diffusers 0.32.2 StableAudioPipeline and CosineDPMSolverMultistepScheduler. Model outputs v_prediction, not epsilon. Both branches see the same latent and timestep, blend before linear CFG, pipeline updates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 30033 and 30101, copied experiment.json files, user listening reports, docs/TEMPORAL_PILOT.md and docs/REGIONAL_PILOT.md. Timing observations are approximate; no event detector or blind study was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examples/forest_cabin.json, examples/sound_library.json, docs/STORY_DEMO.md. Job 30111 generated all 20 candidates and the 62.33-second mix. User describes the mix as almost perfect overall with some early cues. Word-timing refinement is implemented but not yet server-validated. TTS: https://huggingface.co/facebook/mms-tts-eng ; sound model: https://huggingface.co/stabilityai/stable-audio-open-1.0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results and new demo workflow. No FAD, CLAP or formal human study has been run. Dataset may overlap base pretraining; exact hashes/source IDs do not exclude near-duplicates or pretraining leakage. Do not imply category experts exist for all sounds: only dog is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as of 28 October. The story run is verified. Update the final material after timing review and the second story. The goal is a credible reproducible demonstration, not a claim that latent timing has been 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32c1fde304a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af636ef4647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19fab1d344a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a77a20c7443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7e1137ddc43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20831e65e4b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B0F835-CBD6-4223-9E7E-2A4D7A7F1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9ECA70-A3FD-4EEB-92D5-6BFA40F700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050724-79DA-4D1D-8184-E5F830948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914F2-F96C-4FB2-8D7B-16DED493B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AEC154-61DA-401C-9175-85FFE9EB5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68F443-718C-4460-95A2-A16040589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46C398-B599-4C08-9C6C-9B94F8FD9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08E2F9-D145-42F4-A6F5-B00F83C95E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2FA8EB-12BC-4C18-A6D4-4B81400F0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219927-B1E3-4D18-AE4E-62E66635A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d26d20c1d4a91" /><Relationship Type="http://schemas.openxmlformats.org/officeDocument/2006/relationships/slideLayout" Target="/ppt/slideLayouts/slideLayout1.xml" Id="R81abbab5cdd54182" /><Relationship Type="http://schemas.openxmlformats.org/officeDocument/2006/relationships/slideLayout" Target="/ppt/slideLayouts/slideLayout2.xml" Id="Rf802e6db973e4f02" /><Relationship Type="http://schemas.openxmlformats.org/officeDocument/2006/relationships/slideLayout" Target="/ppt/slideLayouts/slideLayout3.xml" Id="Rd8897279196b4788" /><Relationship Type="http://schemas.openxmlformats.org/officeDocument/2006/relationships/slideLayout" Target="/ppt/slideLayouts/slideLayout4.xml" Id="Rddaf489ac69a483b" /><Relationship Type="http://schemas.openxmlformats.org/officeDocument/2006/relationships/slideLayout" Target="/ppt/slideLayouts/slideLayout5.xml" Id="Ra2e518eed9fb488e" /><Relationship Type="http://schemas.openxmlformats.org/officeDocument/2006/relationships/slideLayout" Target="/ppt/slideLayouts/slideLayout6.xml" Id="R676c7ece7963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abbab5cdd54182"/>
    <p:sldLayoutId xmlns:r="http://schemas.openxmlformats.org/officeDocument/2006/relationships" id="2147483650" r:id="Rf802e6db973e4f02"/>
    <p:sldLayoutId xmlns:r="http://schemas.openxmlformats.org/officeDocument/2006/relationships" id="2147483651" r:id="Rd8897279196b4788"/>
    <p:sldLayoutId xmlns:r="http://schemas.openxmlformats.org/officeDocument/2006/relationships" id="2147483652" r:id="Rddaf489ac69a483b"/>
    <p:sldLayoutId xmlns:r="http://schemas.openxmlformats.org/officeDocument/2006/relationships" id="2147483653" r:id="Ra2e518eed9fb488e"/>
    <p:sldLayoutId xmlns:r="http://schemas.openxmlformats.org/officeDocument/2006/relationships" id="2147483654" r:id="R676c7ece7963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35a14228b4221" /><Relationship Type="http://schemas.openxmlformats.org/officeDocument/2006/relationships/notesSlide" Target="/ppt/notesSlides/notesSlide1.xml" Id="Ra733d831cef943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4c7457ddd4220" /><Relationship Type="http://schemas.openxmlformats.org/officeDocument/2006/relationships/notesSlide" Target="/ppt/notesSlides/notesSlide2.xml" Id="R1056e66a402e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cc724677a4e87" /><Relationship Type="http://schemas.openxmlformats.org/officeDocument/2006/relationships/notesSlide" Target="/ppt/notesSlides/notesSlide3.xml" Id="R1137ed8dc76c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f052fc4e148eb" /><Relationship Type="http://schemas.openxmlformats.org/officeDocument/2006/relationships/notesSlide" Target="/ppt/notesSlides/notesSlide4.xml" Id="R4092e6c24b82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0b4a8b7704239" /><Relationship Type="http://schemas.openxmlformats.org/officeDocument/2006/relationships/notesSlide" Target="/ppt/notesSlides/notesSlide5.xml" Id="R79f785d11aa3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4b72ba3944b14" /><Relationship Type="http://schemas.openxmlformats.org/officeDocument/2006/relationships/chart" Target="/ppt/slides/charts/chart1.xml" Id="Radfe6479e4484c1d" /><Relationship Type="http://schemas.openxmlformats.org/officeDocument/2006/relationships/notesSlide" Target="/ppt/notesSlides/notesSlide6.xml" Id="R50dd90cdfb554e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64196511448e9" /><Relationship Type="http://schemas.openxmlformats.org/officeDocument/2006/relationships/notesSlide" Target="/ppt/notesSlides/notesSlide7.xml" Id="R240a522be19b49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f8c9b4ed44345" /><Relationship Type="http://schemas.openxmlformats.org/officeDocument/2006/relationships/notesSlide" Target="/ppt/notesSlides/notesSlide8.xml" Id="Rae11dd176b48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22298fbcd49d8" /><Relationship Type="http://schemas.openxmlformats.org/officeDocument/2006/relationships/notesSlide" Target="/ppt/notesSlides/notesSlide9.xml" Id="R0b262503412c4c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b39e5cff640d3" /><Relationship Type="http://schemas.openxmlformats.org/officeDocument/2006/relationships/notesSlide" Target="/ppt/notesSlides/notesSlide10.xml" Id="Rea0e5260a05d4c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cb8e3c11f47cf" /><Relationship Type="http://schemas.openxmlformats.org/officeDocument/2006/relationships/notesSlide" Target="/ppt/notesSlides/notesSlide11.xml" Id="Raa2e45b9358c44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Validation loss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0.50876</c:v>
                </c:pt>
                <c:pt idx="1">
                  <c:v>0.30796</c:v>
                </c:pt>
                <c:pt idx="2">
                  <c:v>0.29568</c:v>
                </c:pt>
                <c:pt idx="3">
                  <c:v>0.29031</c:v>
                </c:pt>
                <c:pt idx="4">
                  <c:v>0.28779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Optimizer step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Denoising 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C687E-3318-498C-8908-C38AA1A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Narrative audio with local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F1986-D04D-4CC0-B285-49CFC407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Category LoRA adaptation and temporal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8D29-EB46-4666-A868-1D8A12E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Hari Lakshman | 23CS10009</a:t>
            </a:r>
          </a:p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BTP presentation • 2 November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231F5-D444-44A0-95EE-6FC0D791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Experimental results through 28 October</a:t>
            </a:r>
          </a:p>
        </p:txBody>
      </p:sp>
    </p:spTree>
    <p:extLst>
      <p:ext uri="{BB962C8B-B14F-4D97-AF65-F5344CB8AC3E}">
        <p14:creationId xmlns:p14="http://schemas.microsoft.com/office/powerpoint/2010/main" val="1670380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1070-D513-40CF-AC8F-EDBC587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Problem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4EEDB-4EB0-448C-A3D0-574525E3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Input: a story describing simultaneous speech, ambience and sound events.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42CD4-E37B-4BCB-A4D2-BD0D1E1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Output: intelligible narration with music and appropriately timed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3AF65-70D1-4B17-BFCC-C1514E0C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Research question: can category audio LoRAs improve controllable composition?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CF189-D13D-4F2C-A20B-35A4F76F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Demo objective: a reproducible local pipeline with inspectable audio layers.</a:t>
            </a:r>
          </a:p>
        </p:txBody>
      </p:sp>
    </p:spTree>
    <p:extLst>
      <p:ext uri="{BB962C8B-B14F-4D97-AF65-F5344CB8AC3E}">
        <p14:creationId xmlns:p14="http://schemas.microsoft.com/office/powerpoint/2010/main" val="1529747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E63FC-047A-4339-8ACA-D31404B6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Relationship to BackgroundMellow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39210-9458-4FC6-8624-F732DDBE541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 framework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work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Sound 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Specialist generation / 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Stable Audio Open local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TTS timestamps and DSPred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Measured sentences + authored cues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Adaptation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Language timing predictor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Dog audio-denoiser LoRA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DSP stem mixing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DSP baseline + latent experiments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290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C50EB-DF9C-4FE6-8FB3-5C2E6B8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Architecture: working baseline and research branch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401AD-0890-470D-8A36-C57B69E651F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Separate-stem story baseline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research branch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Authored story scenes and cue categories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Prompt + target time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Generate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CPU TTS; GPU sound candidates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Shared latent: base + expert predictions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Align / combine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Measured sentence times; DSP 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Blend v predictions; one scheduler 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Narration + music + effects WAV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Single generated soundscape WAV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E8109-9494-4FBF-8133-0FA0C9F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Story demo completed: 62.33 seconds. Latent timing: not demonstrated.</a:t>
            </a:r>
          </a:p>
        </p:txBody>
      </p:sp>
    </p:spTree>
    <p:extLst>
      <p:ext uri="{BB962C8B-B14F-4D97-AF65-F5344CB8AC3E}">
        <p14:creationId xmlns:p14="http://schemas.microsoft.com/office/powerpoint/2010/main" val="1502144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90AA8-18C8-4A81-9DDA-2A25536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Dog LoRA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B5990-F812-4DF7-BC83-496909B9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40 five-second dog clips: 24 training / 8 validation / 8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4732-B815-424E-A3D1-354058A1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Frozen Stable Audio Open backbone; rank-8 adapters on attention q/v.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5235E-7149-4DEC-9415-1D95FC11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2,064,384 trainable parameters; 200 optimizer steps on one V100.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55E0-031B-4FA9-BCC0-B606815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Best checkpoint: step 200. Training run: 321 seconds.</a:t>
            </a:r>
          </a:p>
        </p:txBody>
      </p:sp>
    </p:spTree>
    <p:extLst>
      <p:ext uri="{BB962C8B-B14F-4D97-AF65-F5344CB8AC3E}">
        <p14:creationId xmlns:p14="http://schemas.microsoft.com/office/powerpoint/2010/main" val="988815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9262C-BEEB-431A-A21F-6FB00A4F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Validation loss decreased; audible gain was modest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1D2B178-873C-41DA-A9E2-26B26577132A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fe6479e4484c1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3D78E-5247-4C0B-A446-5FE74A5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43.4%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A15D4-3CDB-4DFE-A49F-552AD874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lower validation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Mostly similar sound quality in the listening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FA7F1-9E0E-4C07-958C-03ECC249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One listener, six samples; no claim of broad quality superiority.</a:t>
            </a:r>
          </a:p>
        </p:txBody>
      </p:sp>
    </p:spTree>
    <p:extLst>
      <p:ext uri="{BB962C8B-B14F-4D97-AF65-F5344CB8AC3E}">
        <p14:creationId xmlns:p14="http://schemas.microsoft.com/office/powerpoint/2010/main" val="446798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582DF-3D39-43B3-A300-8F3FD4E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Temporal prediction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73030-E3E0-4286-99BD-6E58477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v_mix(τ) = v_background(τ) + W(τ) × [v_event(τ) − v_background(τ)]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5174-20B9-4A18-9A0B-B0F9D74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Mask spacing: 2048 / 44100 seconds per latent frame.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1285E-6E65-4ACB-889A-16BE319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Shared latent and timestep; one scheduler update per iteration.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69200-6782-48EC-B040-8BC994A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Endpoint tests matched exactly, but did not establish audible timing.</a:t>
            </a:r>
          </a:p>
        </p:txBody>
      </p:sp>
    </p:spTree>
    <p:extLst>
      <p:ext uri="{BB962C8B-B14F-4D97-AF65-F5344CB8AC3E}">
        <p14:creationId xmlns:p14="http://schemas.microsoft.com/office/powerpoint/2010/main" val="872589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A19C-E84A-4005-8BB3-DD56CF7B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Timing experiments: negative acoustic results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4E7D2-5231-4451-9DAE-6ABF16EA64E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810000"/>
                <a:gridCol w="42100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Adapter-only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Base / full / 3–6 s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reliable placement; rain remained natural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Two-prompt regions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Rain background; rain + dog event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audible barking in all 12 regional clips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Shifted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1–4 s versus 6–9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No demonstrated event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Global seed 2026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Base and dog LoRA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Barks around 2, 3 and 6 seconds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8EC2A-93A2-4CC6-B856-448E5974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Correct execution does not imply successful sound composition.</a:t>
            </a:r>
          </a:p>
        </p:txBody>
      </p:sp>
    </p:spTree>
    <p:extLst>
      <p:ext uri="{BB962C8B-B14F-4D97-AF65-F5344CB8AC3E}">
        <p14:creationId xmlns:p14="http://schemas.microsoft.com/office/powerpoint/2010/main" val="2091258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CA27D-4525-4FC2-9067-EF7CD81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Story demonstration: forest cabin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EEAE9-176D-447E-BD07-4664B63C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Eight narrated scenes, with measured sentence durations.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B0D24-55ED-4A5B-A44D-157B3A7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Ten categories: rain, forest, trees, wind, footsteps, running, dog, wood, door and piano.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E0224-B0FA-486E-9B59-C34DAD6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Two candidates per category; dog LoRA only for dog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57E2-4EFD-4FF5-9C36-B153B096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Crossfaded ambience/music, timed effects and narration-driven ducking.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FE92B-D440-45A9-A67D-FBCF13D7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62.33-second demo completed; positive feedback, cue timing needs refinement.</a:t>
            </a:r>
          </a:p>
        </p:txBody>
      </p:sp>
    </p:spTree>
    <p:extLst>
      <p:ext uri="{BB962C8B-B14F-4D97-AF65-F5344CB8AC3E}">
        <p14:creationId xmlns:p14="http://schemas.microsoft.com/office/powerpoint/2010/main" val="945331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3A172-29C2-4427-BE9F-F205EC4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Evaluation and limitations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4E821-1AD9-46EA-9B78-982EE1A8E741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 next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Narration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Intelligibility and audible masking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Effects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Presence, onset time and missing categories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Music / ambience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Level balance, continuity and loop seams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Same story, seeds and candidate selections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A39D5-73C8-469B-98EE-78C59FF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Limits: one listener; small dog dataset; manual scene plan; no formal quality metric.</a:t>
            </a:r>
          </a:p>
          <a:p xmlns:a="http://schemas.openxmlformats.org/drawingml/2006/main">
            <a:pPr>
              <a:defRPr sz="2025" b="0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3D"/>
                </a:solidFill>
                <a:latin typeface="Arial"/>
                <a:ea typeface="Arial"/>
                <a:cs typeface="Arial"/>
              </a:rPr>
              <a:t>Only dog is adapted. Other categories use the base model.</a:t>
            </a:r>
          </a:p>
        </p:txBody>
      </p:sp>
    </p:spTree>
    <p:extLst>
      <p:ext uri="{BB962C8B-B14F-4D97-AF65-F5344CB8AC3E}">
        <p14:creationId xmlns:p14="http://schemas.microsoft.com/office/powerpoint/2010/main" val="2001593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785DC-9EB2-4B30-95DF-21D32858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D3D"/>
                </a:solidFill>
                <a:latin typeface="Arial"/>
                <a:ea typeface="Arial"/>
                <a:cs typeface="Arial"/>
              </a:rPr>
              <a:t>Plan to 2 November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CF50A-D66D-42E7-B13D-E971A1F7B27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603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rgbClr val="172D3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28–29 Oct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Refine timing; select the better story mix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30 Oct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Second story and listening comparison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31 Oct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Freeze examples and update report/slides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1 Nov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Rehearse and save offline backups</a:t>
                      </a:r>
                    </a:p>
                  </a:txBody>
                  <a:tcPr marL="91440" marR="91440" marT="45720" marB="45720">
                    <a:solidFill>
                      <a:srgbClr val="E8EFF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2 Nov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D"/>
                          </a:solidFill>
                          <a:latin typeface="Arial"/>
                          <a:ea typeface="Arial"/>
                          <a:cs typeface="Arial"/>
                        </a:rPr>
                        <a:t>Presentation / submission deadline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38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2026-10-28T16:52:03.0930000Z</dcterms:created>
  <dcterms:modified xsi:type="dcterms:W3CDTF">2026-10-28T16:52:03.0930000Z</dcterms:modified>
</coreProperties>
</file>